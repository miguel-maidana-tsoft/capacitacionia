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al curso. En este módulo vemos cómo funciona un modelo de lenguaje por dentro, para entender por qué a veces acierta y a veces no. El ejemplo que nos acompaña en todo el curso es pagos-api, el proyecto de Juli.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ideas que usamos todos los días aunque no las veamos. Al final hay un challenge y un quiz interactivo.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 trabaja en pagos-api. Le hace a la IA la misma pregunta dos días seguidos y recibe dos respuestas distintas; una hasta usa una función que no existe. Para trabajar bien con IA, primero hay que entender cómo piensa.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LLM genera texto pieza por pieza. En cada paso elige, entre muchos candidatos, lo que es más probable que siga. No busca la respuesta: arma la que suena más probable.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consulta una base de datos ni recuerda tu proyecto: trabaja con lo que aprendió y con lo que le das en el momento. De ahí salen tres consecuencias: puede variar, siempre suena seguro y solo sabe lo que 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no lee letras ni palabras: lee tokens, fragmentos de texto. Todo lo que procesa se mide en tokens, y por eso el costo y la velocidad dependen de ellos. Además hay un límite de cuántos puede considerar a la vez. La división que se muestra es ilustrativa: cada modelo tokeniza distinto.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ventana de contexto es todo lo que el modelo puede tener en cuenta a la vez. Cuando se llena, el agente resume y compacta, y se pierden detalles. Por ejemplo, la convención de usar logger.error que Juli explicó al principio: una hora después el agente vuelve a usar console.log. No es que no quiera: ya no lo 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razona y se adapta, pero puede variar o saltearse un paso. El código hace siempre lo mismo. No compiten, se complementan. Una instrucción en un prompt es una sugerencia; un test o un hook es una garantía. Lo aplicamos en el Módulo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Cuando el modelo no tiene el dato, completa con lo plausible: un método de otra versión de la librería, un endpoint que no existe. Y lo dice con el mismo tono seguro. Lo que funciona es darle la fuente real, que compile y corra tests, pedirle de dónde sale cada dato y revisión humana en los puntos críticos.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pagos-api, la función calcularRecargo. En un chat sin contexto, la IA nunca vio el código y responde con un supuesto que suena perfecto. Codex trabaja dentro del repo: busca, lee el archivo y responde citando la fuente. La terminal del video es una simulación.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pruebas cortas en el proyecto propio para ver con los propios ojos las tres consecuencias: varía, suena seguro y solo sabe lo que 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Dejá unos segundos para que cada persona piense su respuesta antes de pasar a las respuestas.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Dejá unos segundos para que cada persona piense su respuesta antes de pasar a las respuestas.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Dejá unos segundos para que cada persona piense su respuesta antes de pasar a las respuestas.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Dejá unos segundos para que cada persona piense su respuesta antes de pasar a las respuestas.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· DESARROLLO POTENCIADO POR IA CON CODEX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600" kern="0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piensa la IA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IA acierta un día y al otro no, y qué hacer al respecto.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0690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 min · challenge al final</a:t>
            </a:r>
            <a:endParaRPr lang="en-US" sz="1200" dirty="0"/>
          </a:p>
        </p:txBody>
      </p:sp>
      <p:pic>
        <p:nvPicPr>
          <p:cNvPr id="9" name="Image 0" descr="C:\Users\miguel.maidana\OneDrive - TSOFT\Documentos\AdopcionIA\AGENTES\Agentes-Dev_kit\CODEX\Capacitacion\experiencia-web\curso\modulo-0\img\ju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2148840"/>
            <a:ext cx="2743200" cy="2834640"/>
          </a:xfrm>
          <a:prstGeom prst="rect">
            <a:avLst/>
          </a:prstGeom>
        </p:spPr>
      </p:pic>
      <p:pic>
        <p:nvPicPr>
          <p:cNvPr id="10" name="Image 1" descr="C:\Users\miguel.maidana\OneDrive - TSOFT\Documentos\AdopcionIA\AGENTES\Agentes-Dev_kit\CODEX\Capacitacion\experiencia-web\curso\modulo-0\img\b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822960"/>
            <a:ext cx="19202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módulo vas a…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predice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IA no consulta ni recuerda: predice.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0" y="169164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53212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y ventana de contexto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"sabe" el agente en cada momento y qué pasa cuando se llena.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1752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2971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Probabilístico vs. determinístico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pedís al modelo y qué tiene que garantizar el código.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4023360" cy="1143000"/>
          </a:xfrm>
          <a:prstGeom prst="roundRect">
            <a:avLst>
              <a:gd name="adj" fmla="val 9600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301752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920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2971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553212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inventa y cómo se controla de verdad.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06240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2A2008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final: challenge + quiz interactivo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pregunta, dos respuestas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 le pide a la IA lo mismo dos días seguidos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lunes, la respuesta funciona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martes, usa una función que no existe en el repo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pasa esto?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proble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trabajar bien con IA, primero hay que entender cómo piensa.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· UN LLM PREDICE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predice, no consulta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texto pieza por pieza (token por token)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paso elige el candidato más probable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"busca" la respuesta: arma la que suena más probable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pred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sale es lo más probable, no necesariamente lo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· UN LLM PREDICE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qué trabaja el modelo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aprendió en su entrenamiento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 das en el momento: tu pedido y el contexto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consecuencias: puede variar, siempre suena seguro, solo sabe lo que 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fu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todo lo que sigue en el curso existe para compensar estas tres consecuencias.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 · TOKENS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la unidad de todo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lee tokens, no letras ni palabras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≈ un fragmento de palabra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mide en tokens: pedido, archivos, errores, historial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contexto: más caro y más lento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tok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Costo, velocidad y límite de contexto se miden en tokens.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 · VENTANA DE CONTEXTO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de contexto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modelo tiene en cuenta a la vez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Instrucciones, AGENTS.md, archivos, comandos, conversación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se llena, compacta… y se pierden detalles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la convención de logger.error se olvidó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vent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importante tiene que estar escrito donde siempre se carga (Módulo 2: AGENTS.md).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 · PROB. VS. DETERMINÍSTICO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Probabilístico vs. determinístico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151A23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08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modelo (probabilístico)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una spec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una solución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código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un error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151A23"/>
          </a:solidFill>
          <a:ln w="12700">
            <a:solidFill>
              <a:srgbClr val="2FD7A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D7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código (determinístico)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01168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 los tests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formato (linter)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 comandos riesgosos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compile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si algo tiene que pasar siempre, no se lo pidas al modelo. Hacelo determinístico.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· ALUCINACIONES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Alucinaciones: cómo se controlan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funciona: escribir "no inventes" o confiar en el tono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funciona: darle la fuente real (docs, código, MCP)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compile y corra tests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Pedirle de dónde sale cada dato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 en los puntos críticos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aluci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alucinaciones no se evitan pidiendo: se controlan con fuentes reales y verificación.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· EJEMPLO CON CODEX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pregunta, distinto contexto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1732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sin contexto: responde con un supuesto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en el repo: busca, lee el archivo y cita la fuente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de Codex se puede verificar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06240" y="1325880"/>
            <a:ext cx="4480560" cy="2651760"/>
          </a:xfrm>
          <a:prstGeom prst="roundRect">
            <a:avLst>
              <a:gd name="adj" fmla="val 4138"/>
            </a:avLst>
          </a:prstGeom>
          <a:solidFill>
            <a:srgbClr val="07090D"/>
          </a:solidFill>
          <a:ln w="12700">
            <a:solidFill>
              <a:srgbClr val="2E3542"/>
            </a:solidFill>
            <a:prstDash val="solid"/>
          </a:ln>
        </p:spPr>
      </p:sp>
      <p:pic>
        <p:nvPicPr>
          <p:cNvPr id="7" name="Image 0" descr="C:\Users\miguel.maidana\OneDrive - TSOFT\Documentos\AdopcionIA\AGENTES\Agentes-Dev_kit\CODEX\Capacitacion\experiencia-web\curso\modulo-0\img\co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37160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pregunta. Distinto contexto. Distinto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· EJEMPLO CON CODEX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Probalo 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309360" y="62179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2A2008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309360" y="6217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minutos · en tu proyecto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24328" cy="2651760"/>
          </a:xfrm>
          <a:prstGeom prst="roundRect">
            <a:avLst>
              <a:gd name="adj" fmla="val 4181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240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varíe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974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Pedile al chat lo mismo 3 veces y compará las respuestas.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371600"/>
            <a:ext cx="2624328" cy="2651760"/>
          </a:xfrm>
          <a:prstGeom prst="roundRect">
            <a:avLst>
              <a:gd name="adj" fmla="val 4181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160020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9300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493008" y="2240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invente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26974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Preguntale por una función que no existe en tu repo. ¿Qué te contesta?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71616" y="1371600"/>
            <a:ext cx="2624328" cy="2651760"/>
          </a:xfrm>
          <a:prstGeom prst="roundRect">
            <a:avLst>
              <a:gd name="adj" fmla="val 4181"/>
            </a:avLst>
          </a:prstGeom>
          <a:solidFill>
            <a:srgbClr val="151A23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0216" y="1600200"/>
            <a:ext cx="457200" cy="457200"/>
          </a:xfrm>
          <a:prstGeom prst="ellipse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0216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300216" y="2240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vea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26974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Abrí Codex en tu repo, hacé la misma pregunta y pedile que cite archivo y línea.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34340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2A0C10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  </a:t>
            </a:r>
            <a:pPr indent="0" marL="0">
              <a:buNone/>
            </a:pPr>
            <a:r>
              <a:rPr lang="en-US" sz="130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Módulo 1 vemos por qué Codex puede leer tu repo: el agente y su harness.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te llevás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463040"/>
            <a:ext cx="292608" cy="292608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371600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predice lo más probable: no consulta ni recuerda.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956816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048256"/>
            <a:ext cx="292608" cy="292608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956816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mide en tokens: más contexto, más caro y más lento.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542032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2633472"/>
            <a:ext cx="292608" cy="292608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54203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sabe lo que entra en su ventana de contexto.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127248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" y="3218688"/>
            <a:ext cx="292608" cy="292608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127248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tiene que pasar siempre, hacelo determinístico.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712464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3803904"/>
            <a:ext cx="292608" cy="292608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803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712464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alucinaciones se controlan con fuentes reales y verificación.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· preguntas 1–2 de 8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¿Qué hace un LLM cuando le hacés una pregunta?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Busca la respuesta en una base de datos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Predice, pieza por pieza, el texto más probable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786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Recuerda tu proyecto de conversaciones anteriores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 una sesión larga, el agente "olvidó" una convención que le explicaste al principio. ¿Qué pasó más probablemente?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6393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393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Se llenó la ventana de contexto y, al compactar, se perdió ese detalle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El modelo se actualizó en el medio de la sesión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074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La convención estaba mal explicada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· preguntas 3–4 de 8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¿Qué es un token?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Una clave de acceso a la API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Una línea de código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786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La unidad de texto que procesa el modelo, aproximadamente un fragmento de palabra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Necesitás que el código SIEMPRE pase el linter antes de entregarse. ¿Qué es lo más confiable?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6393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393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Escribir "siempre corré el linter" en el prompt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Pedirle al modelo que no se olvide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074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Hacerlo determinístico: un test o un hook que lo corra siempre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· preguntas 5–6 de 8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 IA te propone usar payments.refundAll() con total seguridad. ¿Qué hacés?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Confío: el tono es seguro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Lo verifico contra la fuente real: la documentación o el código, compilando y corriendo tests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786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Le escribo "no inventes" y le pido de nuevo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Le hacés el mismo pedido dos veces y recibís dos respuestas distintas. ¿Es un bug?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6393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393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No: el modelo es probabilístico y puede variar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Sí: el modelo está funcionando mal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074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Solo pasa con los modelos más chicos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· preguntas 7–8 de 8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¿Qué pasa con el costo y la velocidad cuando le cargás mucho más contexto al agente?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05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No cambian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Baja el costo, porque responde mejor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5786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Suben los tokens: más caro y más lento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¿Cuál es la forma más efectiva de controlar las alucinaciones?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639312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39312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Darle fuentes reales y formas de verificar su trabajo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Escribir el prompt en mayúsculas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407408"/>
            <a:ext cx="7863840" cy="329184"/>
          </a:xfrm>
          <a:prstGeom prst="roundRect">
            <a:avLst>
              <a:gd name="adj" fmla="val 3333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407408"/>
            <a:ext cx="7589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Pedirle que esté completamente seguro antes de responder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(1–4)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71600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2618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Predice, pieza por pieza, el texto más probable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572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no consulta ni recuerda: genera token por token lo más probable, con lo que aprendió y lo que le das en el momento.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267712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267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1579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 llenó la ventana de contexto y, al compactar, se perdió ese detalle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está en la ventana, para el modelo no existe. Lo importante tiene que estar escrito donde siempre se carga (lo vas a ver en el Módulo 2).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163824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La unidad de texto que procesa el modelo, aproximadamente un fragmento de palabra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3649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no lee letras ni palabras sino tokens. El costo, la velocidad y el límite de contexto se miden en tokens.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059936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502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Hacerlo determinístico: un test o un hook que lo corra siempre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6110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si algo tiene que pasar siempre, no se lo pidas al modelo. Una instrucción es una sugerencia; un test o un hook es una garantía.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029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(5–8)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371600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2618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 verifico contra la fuente real: la documentación o el código, compilando y corriendo tests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572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tono seguro no indica que sea correcto. Las alucinaciones se controlan con fuentes reales y formas de verificar, no pidiendo.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267712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267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1579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No: el modelo es probabilístico y puede variar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68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es parte de cómo funciona un modelo probabilístico. Por eso lo que no puede variar se resuelve con código determinístico.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80944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163824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Suben los tokens: más caro y más lento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3649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contexto son más tokens. Poco contexto da resultados genéricos; demasiado, lo vuelve lento, caro y lo hace perderse.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13953"/>
            </a:avLst>
          </a:prstGeom>
          <a:solidFill>
            <a:srgbClr val="1C2230"/>
          </a:solidFill>
          <a:ln w="12700">
            <a:solidFill>
              <a:srgbClr val="2E35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059936"/>
            <a:ext cx="420624" cy="420624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059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502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Darle fuentes reales y formas de verificar su trabajo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6110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Documentación, código real, MCP, compilar y correr tests, y revisión humana en los puntos críticos.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TSOFT</a:t>
            </a:r>
            <a:pPr indent="0" marL="0">
              <a:buNone/>
            </a:pPr>
            <a:r>
              <a:rPr lang="en-US" sz="1000" spc="300" kern="0" dirty="0">
                <a:solidFill>
                  <a:srgbClr val="9AA1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MÓDULO 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60520" y="914400"/>
            <a:ext cx="822960" cy="822960"/>
          </a:xfrm>
          <a:prstGeom prst="ellipse">
            <a:avLst/>
          </a:prstGeom>
          <a:solidFill>
            <a:srgbClr val="16A37A"/>
          </a:solidFill>
          <a:ln w="12700">
            <a:solidFill>
              <a:srgbClr val="16A3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6052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874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 completo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quiz interactivo del módulo (quiz.html)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520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· Del chat al agente</a:t>
            </a:r>
            <a:endParaRPr lang="en-US" sz="2400" dirty="0"/>
          </a:p>
        </p:txBody>
      </p:sp>
      <p:pic>
        <p:nvPicPr>
          <p:cNvPr id="9" name="Image 0" descr="C:\Users\miguel.maidana\OneDrive - TSOFT\Documentos\AdopcionIA\AGENTES\Agentes-Dev_kit\CODEX\Capacitacion\experiencia-web\curso\modulo-0\img\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108960"/>
            <a:ext cx="91440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 · Cómo piensa la IA</dc:title>
  <dc:subject>PptxGenJS Presentation</dc:subject>
  <dc:creator>TSOFT · AI Adoption Program 2026</dc:creator>
  <cp:lastModifiedBy>TSOFT · AI Adoption Program 2026</cp:lastModifiedBy>
  <cp:revision>1</cp:revision>
  <dcterms:created xsi:type="dcterms:W3CDTF">2026-09-25T21:02:37Z</dcterms:created>
  <dcterms:modified xsi:type="dcterms:W3CDTF">2026-09-25T21:02:37Z</dcterms:modified>
</cp:coreProperties>
</file>